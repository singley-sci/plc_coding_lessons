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AFC2A1-F25F-302B-C727-6D7B1EF14D0D}" v="28" dt="2025-04-10T16:07:48.365"/>
    <p1510:client id="{8F17D80D-B4BA-7A32-ED63-4F5FAECE4EC0}" v="5" dt="2025-04-11T16:09:29.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709"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mer-McGinn, Victoria" userId="S::vheimer-mcginn@rwu.edu::bfbd4f48-0379-46b2-8123-e31a1a492aa7" providerId="AD" clId="Web-{82AFC2A1-F25F-302B-C727-6D7B1EF14D0D}"/>
    <pc:docChg chg="modSld">
      <pc:chgData name="Heimer-McGinn, Victoria" userId="S::vheimer-mcginn@rwu.edu::bfbd4f48-0379-46b2-8123-e31a1a492aa7" providerId="AD" clId="Web-{82AFC2A1-F25F-302B-C727-6D7B1EF14D0D}" dt="2025-04-10T16:07:48.365" v="27" actId="20577"/>
      <pc:docMkLst>
        <pc:docMk/>
      </pc:docMkLst>
      <pc:sldChg chg="modSp">
        <pc:chgData name="Heimer-McGinn, Victoria" userId="S::vheimer-mcginn@rwu.edu::bfbd4f48-0379-46b2-8123-e31a1a492aa7" providerId="AD" clId="Web-{82AFC2A1-F25F-302B-C727-6D7B1EF14D0D}" dt="2025-04-10T16:06:18.224" v="15" actId="20577"/>
        <pc:sldMkLst>
          <pc:docMk/>
          <pc:sldMk cId="2319056113" sldId="257"/>
        </pc:sldMkLst>
        <pc:spChg chg="mod">
          <ac:chgData name="Heimer-McGinn, Victoria" userId="S::vheimer-mcginn@rwu.edu::bfbd4f48-0379-46b2-8123-e31a1a492aa7" providerId="AD" clId="Web-{82AFC2A1-F25F-302B-C727-6D7B1EF14D0D}" dt="2025-04-10T16:06:18.224" v="15" actId="20577"/>
          <ac:spMkLst>
            <pc:docMk/>
            <pc:sldMk cId="2319056113" sldId="257"/>
            <ac:spMk id="3" creationId="{368A22EE-171C-483A-9403-A919D505C298}"/>
          </ac:spMkLst>
        </pc:spChg>
      </pc:sldChg>
      <pc:sldChg chg="modSp">
        <pc:chgData name="Heimer-McGinn, Victoria" userId="S::vheimer-mcginn@rwu.edu::bfbd4f48-0379-46b2-8123-e31a1a492aa7" providerId="AD" clId="Web-{82AFC2A1-F25F-302B-C727-6D7B1EF14D0D}" dt="2025-04-10T16:07:48.365" v="27" actId="20577"/>
        <pc:sldMkLst>
          <pc:docMk/>
          <pc:sldMk cId="1248543158" sldId="260"/>
        </pc:sldMkLst>
        <pc:spChg chg="mod">
          <ac:chgData name="Heimer-McGinn, Victoria" userId="S::vheimer-mcginn@rwu.edu::bfbd4f48-0379-46b2-8123-e31a1a492aa7" providerId="AD" clId="Web-{82AFC2A1-F25F-302B-C727-6D7B1EF14D0D}" dt="2025-04-10T16:07:48.365" v="27" actId="20577"/>
          <ac:spMkLst>
            <pc:docMk/>
            <pc:sldMk cId="1248543158" sldId="260"/>
            <ac:spMk id="3" creationId="{368A22EE-171C-483A-9403-A919D505C298}"/>
          </ac:spMkLst>
        </pc:spChg>
      </pc:sldChg>
    </pc:docChg>
  </pc:docChgLst>
  <pc:docChgLst>
    <pc:chgData name="Heimer-McGinn, Victoria" userId="bfbd4f48-0379-46b2-8123-e31a1a492aa7" providerId="ADAL" clId="{ACEE82E6-1AB4-DF46-AC5D-7AF61DCC8F74}"/>
    <pc:docChg chg="undo custSel addSld modSld">
      <pc:chgData name="Heimer-McGinn, Victoria" userId="bfbd4f48-0379-46b2-8123-e31a1a492aa7" providerId="ADAL" clId="{ACEE82E6-1AB4-DF46-AC5D-7AF61DCC8F74}" dt="2025-04-11T12:07:31.130" v="2523" actId="20577"/>
      <pc:docMkLst>
        <pc:docMk/>
      </pc:docMkLst>
      <pc:sldChg chg="addSp modSp">
        <pc:chgData name="Heimer-McGinn, Victoria" userId="bfbd4f48-0379-46b2-8123-e31a1a492aa7" providerId="ADAL" clId="{ACEE82E6-1AB4-DF46-AC5D-7AF61DCC8F74}" dt="2025-04-11T11:35:08.069" v="702" actId="20577"/>
        <pc:sldMkLst>
          <pc:docMk/>
          <pc:sldMk cId="3386199960" sldId="256"/>
        </pc:sldMkLst>
        <pc:spChg chg="mod">
          <ac:chgData name="Heimer-McGinn, Victoria" userId="bfbd4f48-0379-46b2-8123-e31a1a492aa7" providerId="ADAL" clId="{ACEE82E6-1AB4-DF46-AC5D-7AF61DCC8F74}" dt="2025-04-11T11:31:15.256" v="443" actId="20577"/>
          <ac:spMkLst>
            <pc:docMk/>
            <pc:sldMk cId="3386199960" sldId="256"/>
            <ac:spMk id="2" creationId="{7AC71860-8016-427E-AA5B-0D9DBB3C4FBD}"/>
          </ac:spMkLst>
        </pc:spChg>
        <pc:spChg chg="mod">
          <ac:chgData name="Heimer-McGinn, Victoria" userId="bfbd4f48-0379-46b2-8123-e31a1a492aa7" providerId="ADAL" clId="{ACEE82E6-1AB4-DF46-AC5D-7AF61DCC8F74}" dt="2025-04-11T11:31:30.692" v="446" actId="1076"/>
          <ac:spMkLst>
            <pc:docMk/>
            <pc:sldMk cId="3386199960" sldId="256"/>
            <ac:spMk id="3" creationId="{3EFCBDCA-E7DD-4212-8ADE-00AB8537AB4A}"/>
          </ac:spMkLst>
        </pc:spChg>
        <pc:spChg chg="add mod">
          <ac:chgData name="Heimer-McGinn, Victoria" userId="bfbd4f48-0379-46b2-8123-e31a1a492aa7" providerId="ADAL" clId="{ACEE82E6-1AB4-DF46-AC5D-7AF61DCC8F74}" dt="2025-04-11T11:35:08.069" v="702" actId="20577"/>
          <ac:spMkLst>
            <pc:docMk/>
            <pc:sldMk cId="3386199960" sldId="256"/>
            <ac:spMk id="5" creationId="{89D5EC41-F49B-95FC-FE78-61D49A6EE20E}"/>
          </ac:spMkLst>
        </pc:spChg>
      </pc:sldChg>
      <pc:sldChg chg="modSp">
        <pc:chgData name="Heimer-McGinn, Victoria" userId="bfbd4f48-0379-46b2-8123-e31a1a492aa7" providerId="ADAL" clId="{ACEE82E6-1AB4-DF46-AC5D-7AF61DCC8F74}" dt="2025-04-11T11:35:47.225" v="727" actId="20577"/>
        <pc:sldMkLst>
          <pc:docMk/>
          <pc:sldMk cId="731015770" sldId="258"/>
        </pc:sldMkLst>
        <pc:spChg chg="mod">
          <ac:chgData name="Heimer-McGinn, Victoria" userId="bfbd4f48-0379-46b2-8123-e31a1a492aa7" providerId="ADAL" clId="{ACEE82E6-1AB4-DF46-AC5D-7AF61DCC8F74}" dt="2025-04-11T11:35:47.225" v="727" actId="20577"/>
          <ac:spMkLst>
            <pc:docMk/>
            <pc:sldMk cId="731015770" sldId="258"/>
            <ac:spMk id="3" creationId="{66382752-2C2E-4B83-9664-D68682B13B31}"/>
          </ac:spMkLst>
        </pc:spChg>
      </pc:sldChg>
      <pc:sldChg chg="modSp">
        <pc:chgData name="Heimer-McGinn, Victoria" userId="bfbd4f48-0379-46b2-8123-e31a1a492aa7" providerId="ADAL" clId="{ACEE82E6-1AB4-DF46-AC5D-7AF61DCC8F74}" dt="2025-04-11T11:57:46.162" v="2012" actId="20577"/>
        <pc:sldMkLst>
          <pc:docMk/>
          <pc:sldMk cId="2389183497" sldId="259"/>
        </pc:sldMkLst>
        <pc:spChg chg="mod">
          <ac:chgData name="Heimer-McGinn, Victoria" userId="bfbd4f48-0379-46b2-8123-e31a1a492aa7" providerId="ADAL" clId="{ACEE82E6-1AB4-DF46-AC5D-7AF61DCC8F74}" dt="2025-04-11T11:22:24.455" v="212" actId="1076"/>
          <ac:spMkLst>
            <pc:docMk/>
            <pc:sldMk cId="2389183497" sldId="259"/>
            <ac:spMk id="2" creationId="{3AF1691F-0F3E-40ED-8166-C33D05D9C2FE}"/>
          </ac:spMkLst>
        </pc:spChg>
        <pc:spChg chg="mod">
          <ac:chgData name="Heimer-McGinn, Victoria" userId="bfbd4f48-0379-46b2-8123-e31a1a492aa7" providerId="ADAL" clId="{ACEE82E6-1AB4-DF46-AC5D-7AF61DCC8F74}" dt="2025-04-11T11:57:46.162" v="2012" actId="20577"/>
          <ac:spMkLst>
            <pc:docMk/>
            <pc:sldMk cId="2389183497" sldId="259"/>
            <ac:spMk id="3" creationId="{6FD96A7E-43DD-4966-BB4B-EAF7DFB72D11}"/>
          </ac:spMkLst>
        </pc:spChg>
      </pc:sldChg>
      <pc:sldChg chg="modSp new">
        <pc:chgData name="Heimer-McGinn, Victoria" userId="bfbd4f48-0379-46b2-8123-e31a1a492aa7" providerId="ADAL" clId="{ACEE82E6-1AB4-DF46-AC5D-7AF61DCC8F74}" dt="2025-04-11T12:07:31.130" v="2523" actId="20577"/>
        <pc:sldMkLst>
          <pc:docMk/>
          <pc:sldMk cId="2240457394" sldId="261"/>
        </pc:sldMkLst>
        <pc:spChg chg="mod">
          <ac:chgData name="Heimer-McGinn, Victoria" userId="bfbd4f48-0379-46b2-8123-e31a1a492aa7" providerId="ADAL" clId="{ACEE82E6-1AB4-DF46-AC5D-7AF61DCC8F74}" dt="2025-04-11T11:43:23.254" v="1282" actId="115"/>
          <ac:spMkLst>
            <pc:docMk/>
            <pc:sldMk cId="2240457394" sldId="261"/>
            <ac:spMk id="2" creationId="{92F8C0AE-3882-092B-0704-4BBDBDE214CE}"/>
          </ac:spMkLst>
        </pc:spChg>
        <pc:spChg chg="mod">
          <ac:chgData name="Heimer-McGinn, Victoria" userId="bfbd4f48-0379-46b2-8123-e31a1a492aa7" providerId="ADAL" clId="{ACEE82E6-1AB4-DF46-AC5D-7AF61DCC8F74}" dt="2025-04-11T12:07:31.130" v="2523" actId="20577"/>
          <ac:spMkLst>
            <pc:docMk/>
            <pc:sldMk cId="2240457394" sldId="261"/>
            <ac:spMk id="3" creationId="{DCD9F8CF-648F-5DA0-7AF7-FD76E29386FA}"/>
          </ac:spMkLst>
        </pc:spChg>
      </pc:sldChg>
    </pc:docChg>
  </pc:docChgLst>
  <pc:docChgLst>
    <pc:chgData name="Heimer-McGinn, Victoria" userId="bfbd4f48-0379-46b2-8123-e31a1a492aa7" providerId="ADAL" clId="{F8BA99F1-50AF-4730-8600-849CF458AB80}"/>
    <pc:docChg chg="undo custSel addSld delSld modSld">
      <pc:chgData name="Heimer-McGinn, Victoria" userId="bfbd4f48-0379-46b2-8123-e31a1a492aa7" providerId="ADAL" clId="{F8BA99F1-50AF-4730-8600-849CF458AB80}" dt="2025-04-10T16:03:59.798" v="3544" actId="20577"/>
      <pc:docMkLst>
        <pc:docMk/>
      </pc:docMkLst>
      <pc:sldChg chg="modSp mod">
        <pc:chgData name="Heimer-McGinn, Victoria" userId="bfbd4f48-0379-46b2-8123-e31a1a492aa7" providerId="ADAL" clId="{F8BA99F1-50AF-4730-8600-849CF458AB80}" dt="2025-04-10T16:03:59.798" v="3544" actId="20577"/>
        <pc:sldMkLst>
          <pc:docMk/>
          <pc:sldMk cId="2319056113" sldId="257"/>
        </pc:sldMkLst>
        <pc:spChg chg="mod">
          <ac:chgData name="Heimer-McGinn, Victoria" userId="bfbd4f48-0379-46b2-8123-e31a1a492aa7" providerId="ADAL" clId="{F8BA99F1-50AF-4730-8600-849CF458AB80}" dt="2025-04-10T15:44:18.335" v="2482" actId="14100"/>
          <ac:spMkLst>
            <pc:docMk/>
            <pc:sldMk cId="2319056113" sldId="257"/>
            <ac:spMk id="2" creationId="{28C701E8-B4B3-46A1-B054-DB15633ECDA9}"/>
          </ac:spMkLst>
        </pc:spChg>
        <pc:spChg chg="mod">
          <ac:chgData name="Heimer-McGinn, Victoria" userId="bfbd4f48-0379-46b2-8123-e31a1a492aa7" providerId="ADAL" clId="{F8BA99F1-50AF-4730-8600-849CF458AB80}" dt="2025-04-10T16:03:59.798" v="3544" actId="20577"/>
          <ac:spMkLst>
            <pc:docMk/>
            <pc:sldMk cId="2319056113" sldId="257"/>
            <ac:spMk id="3" creationId="{368A22EE-171C-483A-9403-A919D505C298}"/>
          </ac:spMkLst>
        </pc:spChg>
        <pc:picChg chg="mod">
          <ac:chgData name="Heimer-McGinn, Victoria" userId="bfbd4f48-0379-46b2-8123-e31a1a492aa7" providerId="ADAL" clId="{F8BA99F1-50AF-4730-8600-849CF458AB80}" dt="2025-04-10T15:50:14.510" v="2867" actId="1076"/>
          <ac:picMkLst>
            <pc:docMk/>
            <pc:sldMk cId="2319056113" sldId="257"/>
            <ac:picMk id="7" creationId="{072833EF-F2D2-4514-896C-599ACA5079DD}"/>
          </ac:picMkLst>
        </pc:picChg>
      </pc:sldChg>
      <pc:sldChg chg="addSp delSp modSp mod">
        <pc:chgData name="Heimer-McGinn, Victoria" userId="bfbd4f48-0379-46b2-8123-e31a1a492aa7" providerId="ADAL" clId="{F8BA99F1-50AF-4730-8600-849CF458AB80}" dt="2025-04-10T15:59:10.219" v="3357" actId="20577"/>
        <pc:sldMkLst>
          <pc:docMk/>
          <pc:sldMk cId="731015770" sldId="258"/>
        </pc:sldMkLst>
        <pc:spChg chg="mod">
          <ac:chgData name="Heimer-McGinn, Victoria" userId="bfbd4f48-0379-46b2-8123-e31a1a492aa7" providerId="ADAL" clId="{F8BA99F1-50AF-4730-8600-849CF458AB80}" dt="2025-04-10T15:59:10.219" v="3357" actId="20577"/>
          <ac:spMkLst>
            <pc:docMk/>
            <pc:sldMk cId="731015770" sldId="258"/>
            <ac:spMk id="3" creationId="{66382752-2C2E-4B83-9664-D68682B13B31}"/>
          </ac:spMkLst>
        </pc:spChg>
        <pc:picChg chg="add mod">
          <ac:chgData name="Heimer-McGinn, Victoria" userId="bfbd4f48-0379-46b2-8123-e31a1a492aa7" providerId="ADAL" clId="{F8BA99F1-50AF-4730-8600-849CF458AB80}" dt="2025-04-09T22:40:14.161" v="1" actId="1076"/>
          <ac:picMkLst>
            <pc:docMk/>
            <pc:sldMk cId="731015770" sldId="258"/>
            <ac:picMk id="5" creationId="{4AF2090B-D03C-45C2-8C05-EC45331662FF}"/>
          </ac:picMkLst>
        </pc:picChg>
      </pc:sldChg>
      <pc:sldChg chg="modSp new del mod">
        <pc:chgData name="Heimer-McGinn, Victoria" userId="bfbd4f48-0379-46b2-8123-e31a1a492aa7" providerId="ADAL" clId="{F8BA99F1-50AF-4730-8600-849CF458AB80}" dt="2025-04-09T22:45:47.209" v="511" actId="47"/>
        <pc:sldMkLst>
          <pc:docMk/>
          <pc:sldMk cId="522262221" sldId="259"/>
        </pc:sldMkLst>
      </pc:sldChg>
      <pc:sldChg chg="addSp delSp modSp new mod">
        <pc:chgData name="Heimer-McGinn, Victoria" userId="bfbd4f48-0379-46b2-8123-e31a1a492aa7" providerId="ADAL" clId="{F8BA99F1-50AF-4730-8600-849CF458AB80}" dt="2025-04-09T22:49:12.847" v="887" actId="20577"/>
        <pc:sldMkLst>
          <pc:docMk/>
          <pc:sldMk cId="2389183497" sldId="259"/>
        </pc:sldMkLst>
        <pc:spChg chg="mod">
          <ac:chgData name="Heimer-McGinn, Victoria" userId="bfbd4f48-0379-46b2-8123-e31a1a492aa7" providerId="ADAL" clId="{F8BA99F1-50AF-4730-8600-849CF458AB80}" dt="2025-04-09T22:49:12.847" v="887" actId="20577"/>
          <ac:spMkLst>
            <pc:docMk/>
            <pc:sldMk cId="2389183497" sldId="259"/>
            <ac:spMk id="2" creationId="{3AF1691F-0F3E-40ED-8166-C33D05D9C2FE}"/>
          </ac:spMkLst>
        </pc:spChg>
        <pc:spChg chg="add del mod ord">
          <ac:chgData name="Heimer-McGinn, Victoria" userId="bfbd4f48-0379-46b2-8123-e31a1a492aa7" providerId="ADAL" clId="{F8BA99F1-50AF-4730-8600-849CF458AB80}" dt="2025-04-09T22:48:54.498" v="863" actId="1076"/>
          <ac:spMkLst>
            <pc:docMk/>
            <pc:sldMk cId="2389183497" sldId="259"/>
            <ac:spMk id="3" creationId="{6FD96A7E-43DD-4966-BB4B-EAF7DFB72D11}"/>
          </ac:spMkLst>
        </pc:spChg>
        <pc:picChg chg="add mod modCrop">
          <ac:chgData name="Heimer-McGinn, Victoria" userId="bfbd4f48-0379-46b2-8123-e31a1a492aa7" providerId="ADAL" clId="{F8BA99F1-50AF-4730-8600-849CF458AB80}" dt="2025-04-09T22:48:46.322" v="862" actId="732"/>
          <ac:picMkLst>
            <pc:docMk/>
            <pc:sldMk cId="2389183497" sldId="259"/>
            <ac:picMk id="7" creationId="{A525D8A1-0E04-44AE-805C-11CE46A1E27D}"/>
          </ac:picMkLst>
        </pc:picChg>
      </pc:sldChg>
      <pc:sldChg chg="modSp add mod">
        <pc:chgData name="Heimer-McGinn, Victoria" userId="bfbd4f48-0379-46b2-8123-e31a1a492aa7" providerId="ADAL" clId="{F8BA99F1-50AF-4730-8600-849CF458AB80}" dt="2025-04-10T16:01:08.553" v="3441" actId="313"/>
        <pc:sldMkLst>
          <pc:docMk/>
          <pc:sldMk cId="1248543158" sldId="260"/>
        </pc:sldMkLst>
        <pc:spChg chg="mod">
          <ac:chgData name="Heimer-McGinn, Victoria" userId="bfbd4f48-0379-46b2-8123-e31a1a492aa7" providerId="ADAL" clId="{F8BA99F1-50AF-4730-8600-849CF458AB80}" dt="2025-04-10T16:01:08.553" v="3441" actId="313"/>
          <ac:spMkLst>
            <pc:docMk/>
            <pc:sldMk cId="1248543158" sldId="260"/>
            <ac:spMk id="3" creationId="{368A22EE-171C-483A-9403-A919D505C298}"/>
          </ac:spMkLst>
        </pc:spChg>
      </pc:sldChg>
    </pc:docChg>
  </pc:docChgLst>
  <pc:docChgLst>
    <pc:chgData name="Heimer-McGinn, Victoria" userId="S::vheimer-mcginn@rwu.edu::bfbd4f48-0379-46b2-8123-e31a1a492aa7" providerId="AD" clId="Web-{8F17D80D-B4BA-7A32-ED63-4F5FAECE4EC0}"/>
    <pc:docChg chg="modSld">
      <pc:chgData name="Heimer-McGinn, Victoria" userId="S::vheimer-mcginn@rwu.edu::bfbd4f48-0379-46b2-8123-e31a1a492aa7" providerId="AD" clId="Web-{8F17D80D-B4BA-7A32-ED63-4F5FAECE4EC0}" dt="2025-04-11T16:09:28.235" v="3" actId="20577"/>
      <pc:docMkLst>
        <pc:docMk/>
      </pc:docMkLst>
      <pc:sldChg chg="modSp">
        <pc:chgData name="Heimer-McGinn, Victoria" userId="S::vheimer-mcginn@rwu.edu::bfbd4f48-0379-46b2-8123-e31a1a492aa7" providerId="AD" clId="Web-{8F17D80D-B4BA-7A32-ED63-4F5FAECE4EC0}" dt="2025-04-11T16:09:28.235" v="3" actId="20577"/>
        <pc:sldMkLst>
          <pc:docMk/>
          <pc:sldMk cId="3386199960" sldId="256"/>
        </pc:sldMkLst>
        <pc:spChg chg="mod">
          <ac:chgData name="Heimer-McGinn, Victoria" userId="S::vheimer-mcginn@rwu.edu::bfbd4f48-0379-46b2-8123-e31a1a492aa7" providerId="AD" clId="Web-{8F17D80D-B4BA-7A32-ED63-4F5FAECE4EC0}" dt="2025-04-11T16:09:28.235" v="3" actId="20577"/>
          <ac:spMkLst>
            <pc:docMk/>
            <pc:sldMk cId="3386199960" sldId="256"/>
            <ac:spMk id="3" creationId="{3EFCBDCA-E7DD-4212-8ADE-00AB8537AB4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2EA1F-3CEC-4D35-963A-2DE4C083C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288E86-7BBC-499F-B34F-FAD647D067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F8FD7D-CAEC-47FC-B026-134F099B8B00}"/>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926AED61-EA62-4BB4-9BC9-D1BDA935C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0B166-B2BB-4F84-AAA8-B8C5BEF93D06}"/>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2164554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E3DD8-596B-4B89-A5E4-469446232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4DF15F-37F8-4483-8E7B-61812A30F8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CE3B1-58AF-4957-ADC9-C31655C1BCEA}"/>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35ED7B6E-BF1F-45E9-8489-99603E4A3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7EA71-84F5-43E2-AF2C-1E7ADA47FE26}"/>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2530910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08C8-1816-4F9D-A0A4-618B780A63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25A6A5-0A36-4B92-AE48-806A660C2E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80FCF0-AC44-4D51-A99F-AFF496B64DDA}"/>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2C49F45C-0025-4D73-B13A-1834611A2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2139-52AB-4F28-9123-C7FE24FFDF56}"/>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3008438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AF48-9E8E-474D-A347-37FA45DAA6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5980A5-1FAF-4CB1-A2D9-7D554B354A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E6BB81-5BC0-47D4-9227-B03825B271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E0F671-30E2-488F-9BE0-62D66B600479}"/>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6" name="Footer Placeholder 5">
            <a:extLst>
              <a:ext uri="{FF2B5EF4-FFF2-40B4-BE49-F238E27FC236}">
                <a16:creationId xmlns:a16="http://schemas.microsoft.com/office/drawing/2014/main" id="{47E200BD-FA5C-48FA-A023-62203099AC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CB782-42DD-40C7-B33F-2A5447A9F0E4}"/>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1359605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642A4-5B82-47E1-87F9-D26513BAA6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DD9985-DA44-4156-A005-1D4BBFBAD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D1B6C0-6943-4568-BC67-7119D7954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FE1265-FFC7-4852-8EB4-2FBBE8EE14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F5139B-9990-45BA-8D28-D99FFA9E3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856A1-22E4-429E-A0B7-B5DAA985C4AE}"/>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8" name="Footer Placeholder 7">
            <a:extLst>
              <a:ext uri="{FF2B5EF4-FFF2-40B4-BE49-F238E27FC236}">
                <a16:creationId xmlns:a16="http://schemas.microsoft.com/office/drawing/2014/main" id="{2C7307BD-6045-4DAE-8457-E8680BB58D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7311C8-E86C-478B-A6C9-C703416705AE}"/>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1201821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34809-A601-40B9-A3F7-EF168DD914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A05E61-CDA9-4E42-B80E-6D76AFE356B5}"/>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4" name="Footer Placeholder 3">
            <a:extLst>
              <a:ext uri="{FF2B5EF4-FFF2-40B4-BE49-F238E27FC236}">
                <a16:creationId xmlns:a16="http://schemas.microsoft.com/office/drawing/2014/main" id="{78D44292-7B4B-422D-9EFC-B34A402805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1A3EB4-F22D-49E4-86CB-C64192D6D868}"/>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2827784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5B3210-AFE5-426F-95CE-19C214407C9B}"/>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3" name="Footer Placeholder 2">
            <a:extLst>
              <a:ext uri="{FF2B5EF4-FFF2-40B4-BE49-F238E27FC236}">
                <a16:creationId xmlns:a16="http://schemas.microsoft.com/office/drawing/2014/main" id="{B62DCE44-1BE2-4F16-A871-1677B814E8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4BD7FD-4FB0-4EC5-8DBB-D5459EA4B2A1}"/>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3302011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9ADE4-6862-47C2-8935-C47D27BD4A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116EDB-59D5-4236-91BE-0A5352E835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976868-C463-4CF5-BBA4-22E22B45C7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21653E-0FBA-4C37-A5AA-EEBF8751C062}"/>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6" name="Footer Placeholder 5">
            <a:extLst>
              <a:ext uri="{FF2B5EF4-FFF2-40B4-BE49-F238E27FC236}">
                <a16:creationId xmlns:a16="http://schemas.microsoft.com/office/drawing/2014/main" id="{53FA1BF3-F325-497D-9AFD-5B36AAFBF2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46CED-55AA-4FE5-BD3F-D5F2D463E228}"/>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1325643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532BC-C3B7-4E43-B13A-A5F1255208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93DA26-248B-4F76-A0BF-13E0A6546F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6512F0-A5FC-4A5D-A9FF-E8B769999A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9A9D0-A8D5-422B-860E-36F17879493C}"/>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6" name="Footer Placeholder 5">
            <a:extLst>
              <a:ext uri="{FF2B5EF4-FFF2-40B4-BE49-F238E27FC236}">
                <a16:creationId xmlns:a16="http://schemas.microsoft.com/office/drawing/2014/main" id="{0D3A16F0-AB47-49B0-8487-06BCFC7C6D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7CDF8F-F165-419F-895C-FEB70D760803}"/>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1314379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17DD-5B2D-4E9F-9237-6810A3AE0C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A524EE-C5DC-4B11-826B-6559C522C3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7E249-36AF-4948-A67C-DC3FDF641BC5}"/>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CFB9074E-267A-4BD3-B84B-90756CA85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E6FF44-40D5-4CF4-9283-A17E5D5E0F6D}"/>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2359820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7DF810-E73D-4680-A882-46FD1258E6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77652E-7F3B-4BFE-896D-E8603CD045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050E8B-7090-4D8C-8BA9-3DF192C69FB5}"/>
              </a:ext>
            </a:extLst>
          </p:cNvPr>
          <p:cNvSpPr>
            <a:spLocks noGrp="1"/>
          </p:cNvSpPr>
          <p:nvPr>
            <p:ph type="dt" sz="half" idx="10"/>
          </p:nvPr>
        </p:nvSpPr>
        <p:spPr/>
        <p:txBody>
          <a:body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B474B388-A4BB-4D4A-9893-C627D3D35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95B21B-B4EB-424D-894F-55C064B8497B}"/>
              </a:ext>
            </a:extLst>
          </p:cNvPr>
          <p:cNvSpPr>
            <a:spLocks noGrp="1"/>
          </p:cNvSpPr>
          <p:nvPr>
            <p:ph type="sldNum" sz="quarter" idx="12"/>
          </p:nvPr>
        </p:nvSpPr>
        <p:spPr/>
        <p:txBody>
          <a:bodyPr/>
          <a:lstStyle/>
          <a:p>
            <a:fld id="{57B92618-E546-4344-A8DF-7ED7B78B2841}" type="slidenum">
              <a:rPr lang="en-US" smtClean="0"/>
              <a:t>‹#›</a:t>
            </a:fld>
            <a:endParaRPr lang="en-US"/>
          </a:p>
        </p:txBody>
      </p:sp>
    </p:spTree>
    <p:extLst>
      <p:ext uri="{BB962C8B-B14F-4D97-AF65-F5344CB8AC3E}">
        <p14:creationId xmlns:p14="http://schemas.microsoft.com/office/powerpoint/2010/main" val="231666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B8ABF5-A511-4AEE-963B-7D66BBBA3C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28B2C7-7B4F-41AE-BE19-3085A8DAB5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CB48D-C70A-43D8-A21E-F07A969B07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896F1F-5002-420C-AEB6-A5927C838F7B}" type="datetimeFigureOut">
              <a:rPr lang="en-US" smtClean="0"/>
              <a:t>4/11/2025</a:t>
            </a:fld>
            <a:endParaRPr lang="en-US"/>
          </a:p>
        </p:txBody>
      </p:sp>
      <p:sp>
        <p:nvSpPr>
          <p:cNvPr id="5" name="Footer Placeholder 4">
            <a:extLst>
              <a:ext uri="{FF2B5EF4-FFF2-40B4-BE49-F238E27FC236}">
                <a16:creationId xmlns:a16="http://schemas.microsoft.com/office/drawing/2014/main" id="{3DF0E5D5-6380-4F51-B6D6-1091CAC787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209D07-1C4D-48B1-8BD3-CCDB4E1B1D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92618-E546-4344-A8DF-7ED7B78B2841}" type="slidenum">
              <a:rPr lang="en-US" smtClean="0"/>
              <a:t>‹#›</a:t>
            </a:fld>
            <a:endParaRPr lang="en-US"/>
          </a:p>
        </p:txBody>
      </p:sp>
    </p:spTree>
    <p:extLst>
      <p:ext uri="{BB962C8B-B14F-4D97-AF65-F5344CB8AC3E}">
        <p14:creationId xmlns:p14="http://schemas.microsoft.com/office/powerpoint/2010/main" val="638662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biorxiv.org/content/10.1101/2022.06.23.497405v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1860-8016-427E-AA5B-0D9DBB3C4FBD}"/>
              </a:ext>
            </a:extLst>
          </p:cNvPr>
          <p:cNvSpPr>
            <a:spLocks noGrp="1"/>
          </p:cNvSpPr>
          <p:nvPr>
            <p:ph type="ctrTitle"/>
          </p:nvPr>
        </p:nvSpPr>
        <p:spPr/>
        <p:txBody>
          <a:bodyPr/>
          <a:lstStyle/>
          <a:p>
            <a:r>
              <a:rPr lang="en-US" dirty="0"/>
              <a:t>Neuron Spiking </a:t>
            </a:r>
            <a:br>
              <a:rPr lang="en-US" dirty="0"/>
            </a:br>
            <a:r>
              <a:rPr lang="en-US" dirty="0"/>
              <a:t>Analysis in SPSS</a:t>
            </a:r>
          </a:p>
        </p:txBody>
      </p:sp>
      <p:sp>
        <p:nvSpPr>
          <p:cNvPr id="3" name="Subtitle 2">
            <a:extLst>
              <a:ext uri="{FF2B5EF4-FFF2-40B4-BE49-F238E27FC236}">
                <a16:creationId xmlns:a16="http://schemas.microsoft.com/office/drawing/2014/main" id="{3EFCBDCA-E7DD-4212-8ADE-00AB8537AB4A}"/>
              </a:ext>
            </a:extLst>
          </p:cNvPr>
          <p:cNvSpPr>
            <a:spLocks noGrp="1"/>
          </p:cNvSpPr>
          <p:nvPr>
            <p:ph type="subTitle" idx="1"/>
          </p:nvPr>
        </p:nvSpPr>
        <p:spPr>
          <a:xfrm>
            <a:off x="1524000" y="3429000"/>
            <a:ext cx="9144000" cy="1128252"/>
          </a:xfrm>
        </p:spPr>
        <p:txBody>
          <a:bodyPr vert="horz" lIns="91440" tIns="45720" rIns="91440" bIns="45720" rtlCol="0" anchor="t">
            <a:normAutofit/>
          </a:bodyPr>
          <a:lstStyle/>
          <a:p>
            <a:r>
              <a:rPr lang="en-US" dirty="0"/>
              <a:t>Victoria Heimer-McGinn</a:t>
            </a:r>
          </a:p>
          <a:p>
            <a:r>
              <a:rPr lang="en-US" dirty="0">
                <a:ea typeface="Calibri"/>
                <a:cs typeface="Calibri"/>
              </a:rPr>
              <a:t>2025</a:t>
            </a:r>
          </a:p>
        </p:txBody>
      </p:sp>
      <p:sp>
        <p:nvSpPr>
          <p:cNvPr id="5" name="Subtitle 2">
            <a:extLst>
              <a:ext uri="{FF2B5EF4-FFF2-40B4-BE49-F238E27FC236}">
                <a16:creationId xmlns:a16="http://schemas.microsoft.com/office/drawing/2014/main" id="{89D5EC41-F49B-95FC-FE78-61D49A6EE20E}"/>
              </a:ext>
            </a:extLst>
          </p:cNvPr>
          <p:cNvSpPr>
            <a:spLocks noGrp="1"/>
          </p:cNvSpPr>
          <p:nvPr>
            <p:ph type="subTitle" idx="1"/>
          </p:nvPr>
        </p:nvSpPr>
        <p:spPr>
          <a:xfrm>
            <a:off x="1524000" y="4786923"/>
            <a:ext cx="9144000" cy="1654588"/>
          </a:xfrm>
        </p:spPr>
        <p:txBody>
          <a:bodyPr/>
          <a:lstStyle/>
          <a:p>
            <a:r>
              <a:rPr lang="en-US" dirty="0"/>
              <a:t>This exercise assumes a basic level of familiarity with statistical analyses like </a:t>
            </a:r>
            <a:r>
              <a:rPr lang="en-US" dirty="0" err="1"/>
              <a:t>ttests</a:t>
            </a:r>
            <a:r>
              <a:rPr lang="en-US" dirty="0"/>
              <a:t> and multivariate analysis of variance (MANOVA). Familiarity with SPSS is not required but will certainly help. You can use SPSS directly from the </a:t>
            </a:r>
            <a:r>
              <a:rPr lang="en-US" dirty="0" err="1"/>
              <a:t>Rcloud</a:t>
            </a:r>
            <a:r>
              <a:rPr lang="en-US" dirty="0"/>
              <a:t> at RWU. </a:t>
            </a:r>
          </a:p>
        </p:txBody>
      </p:sp>
    </p:spTree>
    <p:extLst>
      <p:ext uri="{BB962C8B-B14F-4D97-AF65-F5344CB8AC3E}">
        <p14:creationId xmlns:p14="http://schemas.microsoft.com/office/powerpoint/2010/main" val="3386199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701E8-B4B3-46A1-B054-DB15633ECDA9}"/>
              </a:ext>
            </a:extLst>
          </p:cNvPr>
          <p:cNvSpPr>
            <a:spLocks noGrp="1"/>
          </p:cNvSpPr>
          <p:nvPr>
            <p:ph type="title"/>
          </p:nvPr>
        </p:nvSpPr>
        <p:spPr>
          <a:xfrm>
            <a:off x="167149" y="365125"/>
            <a:ext cx="11186652" cy="1325563"/>
          </a:xfrm>
        </p:spPr>
        <p:txBody>
          <a:bodyPr/>
          <a:lstStyle/>
          <a:p>
            <a:r>
              <a:rPr lang="en-US" u="sng" dirty="0"/>
              <a:t>Experimental Setup</a:t>
            </a:r>
          </a:p>
        </p:txBody>
      </p:sp>
      <p:sp>
        <p:nvSpPr>
          <p:cNvPr id="3" name="Content Placeholder 2">
            <a:extLst>
              <a:ext uri="{FF2B5EF4-FFF2-40B4-BE49-F238E27FC236}">
                <a16:creationId xmlns:a16="http://schemas.microsoft.com/office/drawing/2014/main" id="{368A22EE-171C-483A-9403-A919D505C298}"/>
              </a:ext>
            </a:extLst>
          </p:cNvPr>
          <p:cNvSpPr>
            <a:spLocks noGrp="1"/>
          </p:cNvSpPr>
          <p:nvPr>
            <p:ph idx="1"/>
          </p:nvPr>
        </p:nvSpPr>
        <p:spPr>
          <a:xfrm>
            <a:off x="5083278" y="1809134"/>
            <a:ext cx="7108722" cy="4993537"/>
          </a:xfrm>
        </p:spPr>
        <p:txBody>
          <a:bodyPr vert="horz" lIns="91440" tIns="45720" rIns="91440" bIns="45720" rtlCol="0" anchor="t">
            <a:normAutofit fontScale="77500" lnSpcReduction="20000"/>
          </a:bodyPr>
          <a:lstStyle/>
          <a:p>
            <a:r>
              <a:rPr lang="en-US" b="1" dirty="0">
                <a:solidFill>
                  <a:schemeClr val="accent1"/>
                </a:solidFill>
              </a:rPr>
              <a:t>Overall goal</a:t>
            </a:r>
            <a:r>
              <a:rPr lang="en-US" dirty="0"/>
              <a:t>: to determine whether neurons in a part of the brain called the POR help us process our visual surroundings.</a:t>
            </a:r>
          </a:p>
          <a:p>
            <a:r>
              <a:rPr lang="en-US" b="1" dirty="0">
                <a:solidFill>
                  <a:schemeClr val="accent1"/>
                </a:solidFill>
              </a:rPr>
              <a:t>Method</a:t>
            </a:r>
            <a:r>
              <a:rPr lang="en-US" dirty="0"/>
              <a:t>: A sensor was surgically implanted in a rat’s POR, which allowed us to measure the electrical activity of individual neurons while the rat was performing a visual task. The arena had a translucent floor, on which we could project images using automated software (Fig 1A-B). </a:t>
            </a:r>
          </a:p>
          <a:p>
            <a:r>
              <a:rPr lang="en-US" b="1" dirty="0">
                <a:solidFill>
                  <a:schemeClr val="accent1"/>
                </a:solidFill>
              </a:rPr>
              <a:t>Behavioral Task</a:t>
            </a:r>
            <a:r>
              <a:rPr lang="en-US" dirty="0"/>
              <a:t>: The rat had to approach the ‘correct’ object in order to receive a reward. The object that was rewarded (e.g., line vs triangle) depended on the floor, which could be either gray or striped (Fig 1C). </a:t>
            </a:r>
          </a:p>
          <a:p>
            <a:r>
              <a:rPr lang="en-US" b="1" dirty="0">
                <a:solidFill>
                  <a:schemeClr val="accent1"/>
                </a:solidFill>
              </a:rPr>
              <a:t>Behavioral Learning</a:t>
            </a:r>
            <a:r>
              <a:rPr lang="en-US" dirty="0"/>
              <a:t>: The rat learned through trial and error, performing 1 daily session of 100 trials for 14 days. At the beginning of each trial (Fig 1D), the floor changed at random, sometimes staying the same, other times changing from either </a:t>
            </a:r>
            <a:r>
              <a:rPr lang="en-US" dirty="0" err="1"/>
              <a:t>grey</a:t>
            </a:r>
            <a:r>
              <a:rPr lang="en-US" dirty="0" err="1">
                <a:sym typeface="Wingdings" panose="05000000000000000000" pitchFamily="2" charset="2"/>
              </a:rPr>
              <a:t>stripe</a:t>
            </a:r>
            <a:r>
              <a:rPr lang="en-US" dirty="0">
                <a:sym typeface="Wingdings" panose="05000000000000000000" pitchFamily="2" charset="2"/>
              </a:rPr>
              <a:t> OR </a:t>
            </a:r>
            <a:r>
              <a:rPr lang="en-US" dirty="0" err="1">
                <a:sym typeface="Wingdings" panose="05000000000000000000" pitchFamily="2" charset="2"/>
              </a:rPr>
              <a:t>stripegrey</a:t>
            </a:r>
            <a:r>
              <a:rPr lang="en-US" dirty="0"/>
              <a:t>.</a:t>
            </a:r>
          </a:p>
        </p:txBody>
      </p:sp>
      <p:pic>
        <p:nvPicPr>
          <p:cNvPr id="7" name="Picture 6">
            <a:extLst>
              <a:ext uri="{FF2B5EF4-FFF2-40B4-BE49-F238E27FC236}">
                <a16:creationId xmlns:a16="http://schemas.microsoft.com/office/drawing/2014/main" id="{072833EF-F2D2-4514-896C-599ACA507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65" y="1918161"/>
            <a:ext cx="4441723" cy="4150028"/>
          </a:xfrm>
          <a:prstGeom prst="rect">
            <a:avLst/>
          </a:prstGeom>
        </p:spPr>
      </p:pic>
    </p:spTree>
    <p:extLst>
      <p:ext uri="{BB962C8B-B14F-4D97-AF65-F5344CB8AC3E}">
        <p14:creationId xmlns:p14="http://schemas.microsoft.com/office/powerpoint/2010/main" val="2319056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701E8-B4B3-46A1-B054-DB15633ECDA9}"/>
              </a:ext>
            </a:extLst>
          </p:cNvPr>
          <p:cNvSpPr>
            <a:spLocks noGrp="1"/>
          </p:cNvSpPr>
          <p:nvPr>
            <p:ph type="title"/>
          </p:nvPr>
        </p:nvSpPr>
        <p:spPr>
          <a:xfrm>
            <a:off x="167149" y="365125"/>
            <a:ext cx="11186652" cy="1325563"/>
          </a:xfrm>
        </p:spPr>
        <p:txBody>
          <a:bodyPr/>
          <a:lstStyle/>
          <a:p>
            <a:r>
              <a:rPr lang="en-US" u="sng" dirty="0"/>
              <a:t>Experimental Setup</a:t>
            </a:r>
          </a:p>
        </p:txBody>
      </p:sp>
      <p:sp>
        <p:nvSpPr>
          <p:cNvPr id="3" name="Content Placeholder 2">
            <a:extLst>
              <a:ext uri="{FF2B5EF4-FFF2-40B4-BE49-F238E27FC236}">
                <a16:creationId xmlns:a16="http://schemas.microsoft.com/office/drawing/2014/main" id="{368A22EE-171C-483A-9403-A919D505C298}"/>
              </a:ext>
            </a:extLst>
          </p:cNvPr>
          <p:cNvSpPr>
            <a:spLocks noGrp="1"/>
          </p:cNvSpPr>
          <p:nvPr>
            <p:ph idx="1"/>
          </p:nvPr>
        </p:nvSpPr>
        <p:spPr>
          <a:xfrm>
            <a:off x="5083278" y="1818968"/>
            <a:ext cx="7108722" cy="4503173"/>
          </a:xfrm>
        </p:spPr>
        <p:txBody>
          <a:bodyPr vert="horz" lIns="91440" tIns="45720" rIns="91440" bIns="45720" rtlCol="0" anchor="t">
            <a:normAutofit fontScale="77500" lnSpcReduction="20000"/>
          </a:bodyPr>
          <a:lstStyle/>
          <a:p>
            <a:r>
              <a:rPr lang="en-US" b="1" dirty="0">
                <a:solidFill>
                  <a:schemeClr val="accent1"/>
                </a:solidFill>
              </a:rPr>
              <a:t>Neuronal Measures</a:t>
            </a:r>
            <a:r>
              <a:rPr lang="en-US" dirty="0"/>
              <a:t>: Each time the floor changed, we measured how individual neurons reacted. Specifically, we measure how many ‘spikes’ each neuron produces in the 500 milliseconds before and after the floor changes.</a:t>
            </a:r>
          </a:p>
          <a:p>
            <a:r>
              <a:rPr lang="en-US" b="1" dirty="0">
                <a:solidFill>
                  <a:schemeClr val="accent1"/>
                </a:solidFill>
              </a:rPr>
              <a:t>Hypothesis</a:t>
            </a:r>
            <a:r>
              <a:rPr lang="en-US" dirty="0"/>
              <a:t>:</a:t>
            </a:r>
            <a:r>
              <a:rPr lang="en-US" b="1" dirty="0"/>
              <a:t> </a:t>
            </a:r>
            <a:r>
              <a:rPr lang="en-US" dirty="0"/>
              <a:t>POR neurons will react to the floor change by increasing or decreasing their firing rate (# of spikes/sec).</a:t>
            </a:r>
          </a:p>
          <a:p>
            <a:r>
              <a:rPr lang="en-US" b="1" dirty="0">
                <a:solidFill>
                  <a:schemeClr val="accent1"/>
                </a:solidFill>
              </a:rPr>
              <a:t>Significance</a:t>
            </a:r>
            <a:r>
              <a:rPr lang="en-US" dirty="0"/>
              <a:t>: This would demonstrate that POR neurons monitor our visual surroundings. This is the first step in a complex process leading to the rat’s ability to make contextually-guided choices (triangle is correct in a striped room but incorrect in a grey room). </a:t>
            </a:r>
          </a:p>
          <a:p>
            <a:r>
              <a:rPr lang="en-US" b="1" dirty="0">
                <a:solidFill>
                  <a:schemeClr val="accent1"/>
                </a:solidFill>
              </a:rPr>
              <a:t>Relevance to humans</a:t>
            </a:r>
            <a:r>
              <a:rPr lang="en-US" dirty="0"/>
              <a:t>: The POR (or PHC as it’s called in humans) likely guides </a:t>
            </a:r>
            <a:r>
              <a:rPr lang="en-US" i="1" dirty="0"/>
              <a:t>your</a:t>
            </a:r>
            <a:r>
              <a:rPr lang="en-US" dirty="0"/>
              <a:t> behavioral choices to act differently in a library compared to a park or a bar. Specifically, the neurons in this area are monitoring the visual surroundings and allowing you to ‘detect’ that it’s a library or a park in the first place. </a:t>
            </a:r>
          </a:p>
        </p:txBody>
      </p:sp>
      <p:pic>
        <p:nvPicPr>
          <p:cNvPr id="7" name="Picture 6">
            <a:extLst>
              <a:ext uri="{FF2B5EF4-FFF2-40B4-BE49-F238E27FC236}">
                <a16:creationId xmlns:a16="http://schemas.microsoft.com/office/drawing/2014/main" id="{072833EF-F2D2-4514-896C-599ACA5079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465" y="1918161"/>
            <a:ext cx="4441723" cy="4150028"/>
          </a:xfrm>
          <a:prstGeom prst="rect">
            <a:avLst/>
          </a:prstGeom>
        </p:spPr>
      </p:pic>
    </p:spTree>
    <p:extLst>
      <p:ext uri="{BB962C8B-B14F-4D97-AF65-F5344CB8AC3E}">
        <p14:creationId xmlns:p14="http://schemas.microsoft.com/office/powerpoint/2010/main" val="124854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0D863-01E7-4BC0-BB32-B618786B4106}"/>
              </a:ext>
            </a:extLst>
          </p:cNvPr>
          <p:cNvSpPr>
            <a:spLocks noGrp="1"/>
          </p:cNvSpPr>
          <p:nvPr>
            <p:ph type="title"/>
          </p:nvPr>
        </p:nvSpPr>
        <p:spPr/>
        <p:txBody>
          <a:bodyPr/>
          <a:lstStyle/>
          <a:p>
            <a:r>
              <a:rPr lang="en-US" u="sng" dirty="0"/>
              <a:t>Dataset</a:t>
            </a:r>
          </a:p>
        </p:txBody>
      </p:sp>
      <p:sp>
        <p:nvSpPr>
          <p:cNvPr id="3" name="Content Placeholder 2">
            <a:extLst>
              <a:ext uri="{FF2B5EF4-FFF2-40B4-BE49-F238E27FC236}">
                <a16:creationId xmlns:a16="http://schemas.microsoft.com/office/drawing/2014/main" id="{66382752-2C2E-4B83-9664-D68682B13B31}"/>
              </a:ext>
            </a:extLst>
          </p:cNvPr>
          <p:cNvSpPr>
            <a:spLocks noGrp="1"/>
          </p:cNvSpPr>
          <p:nvPr>
            <p:ph idx="1"/>
          </p:nvPr>
        </p:nvSpPr>
        <p:spPr>
          <a:xfrm>
            <a:off x="3558422" y="1596748"/>
            <a:ext cx="8100178" cy="4754891"/>
          </a:xfrm>
        </p:spPr>
        <p:txBody>
          <a:bodyPr>
            <a:normAutofit fontScale="77500" lnSpcReduction="20000"/>
          </a:bodyPr>
          <a:lstStyle/>
          <a:p>
            <a:r>
              <a:rPr lang="en-US" dirty="0"/>
              <a:t>Open the data file and inspect it to make sure you understand what is in each row and column</a:t>
            </a:r>
          </a:p>
          <a:p>
            <a:r>
              <a:rPr lang="en-US" dirty="0"/>
              <a:t>The dataset includes data from 4 POR neurons.</a:t>
            </a:r>
          </a:p>
          <a:p>
            <a:r>
              <a:rPr lang="en-US" dirty="0"/>
              <a:t>Each row represents a trial, so, for each neuron, there will be as many rows as there were trials. </a:t>
            </a:r>
          </a:p>
          <a:p>
            <a:r>
              <a:rPr lang="en-US" dirty="0"/>
              <a:t>In the overall task, there were 100 trials. However, since the floor didn’t change at every single trial, you’ll notice that some trials are missing from this data. They were removed to simplify your analysis</a:t>
            </a:r>
          </a:p>
          <a:p>
            <a:r>
              <a:rPr lang="en-US" dirty="0"/>
              <a:t>Also, since each neuron was recorded on a different day (with the floor changing randomly in different trials), you’ll see that the trial numbers will vary between neurons.</a:t>
            </a:r>
          </a:p>
          <a:p>
            <a:r>
              <a:rPr lang="en-US" dirty="0"/>
              <a:t>There is also information about each trial that includes which floor was activated, which object pair was displayed, which side of the maze, etc. These are not necessary for this analysis. </a:t>
            </a:r>
          </a:p>
          <a:p>
            <a:r>
              <a:rPr lang="en-US" dirty="0"/>
              <a:t>If you go to “Variable View” (tab at the bottom) you can see a legend that explains what the numbers in those columns mean.</a:t>
            </a:r>
          </a:p>
        </p:txBody>
      </p:sp>
      <p:pic>
        <p:nvPicPr>
          <p:cNvPr id="5" name="Picture 4">
            <a:extLst>
              <a:ext uri="{FF2B5EF4-FFF2-40B4-BE49-F238E27FC236}">
                <a16:creationId xmlns:a16="http://schemas.microsoft.com/office/drawing/2014/main" id="{4AF2090B-D03C-45C2-8C05-EC45331662FF}"/>
              </a:ext>
            </a:extLst>
          </p:cNvPr>
          <p:cNvPicPr>
            <a:picLocks noChangeAspect="1"/>
          </p:cNvPicPr>
          <p:nvPr/>
        </p:nvPicPr>
        <p:blipFill>
          <a:blip r:embed="rId2"/>
          <a:stretch>
            <a:fillRect/>
          </a:stretch>
        </p:blipFill>
        <p:spPr>
          <a:xfrm>
            <a:off x="838200" y="1596747"/>
            <a:ext cx="2415422" cy="5021357"/>
          </a:xfrm>
          <a:prstGeom prst="rect">
            <a:avLst/>
          </a:prstGeom>
        </p:spPr>
      </p:pic>
    </p:spTree>
    <p:extLst>
      <p:ext uri="{BB962C8B-B14F-4D97-AF65-F5344CB8AC3E}">
        <p14:creationId xmlns:p14="http://schemas.microsoft.com/office/powerpoint/2010/main" val="731015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1691F-0F3E-40ED-8166-C33D05D9C2FE}"/>
              </a:ext>
            </a:extLst>
          </p:cNvPr>
          <p:cNvSpPr>
            <a:spLocks noGrp="1"/>
          </p:cNvSpPr>
          <p:nvPr>
            <p:ph type="title"/>
          </p:nvPr>
        </p:nvSpPr>
        <p:spPr/>
        <p:txBody>
          <a:bodyPr/>
          <a:lstStyle/>
          <a:p>
            <a:r>
              <a:rPr lang="en-US" u="sng" dirty="0"/>
              <a:t>Running the Analyses</a:t>
            </a:r>
          </a:p>
        </p:txBody>
      </p:sp>
      <p:pic>
        <p:nvPicPr>
          <p:cNvPr id="7" name="Picture 6">
            <a:extLst>
              <a:ext uri="{FF2B5EF4-FFF2-40B4-BE49-F238E27FC236}">
                <a16:creationId xmlns:a16="http://schemas.microsoft.com/office/drawing/2014/main" id="{A525D8A1-0E04-44AE-805C-11CE46A1E27D}"/>
              </a:ext>
            </a:extLst>
          </p:cNvPr>
          <p:cNvPicPr>
            <a:picLocks noChangeAspect="1"/>
          </p:cNvPicPr>
          <p:nvPr/>
        </p:nvPicPr>
        <p:blipFill rotWithShape="1">
          <a:blip r:embed="rId2"/>
          <a:srcRect r="17750"/>
          <a:stretch/>
        </p:blipFill>
        <p:spPr>
          <a:xfrm>
            <a:off x="838200" y="1690688"/>
            <a:ext cx="7017774" cy="4796825"/>
          </a:xfrm>
          <a:prstGeom prst="rect">
            <a:avLst/>
          </a:prstGeom>
        </p:spPr>
      </p:pic>
      <p:sp>
        <p:nvSpPr>
          <p:cNvPr id="3" name="Content Placeholder 2">
            <a:extLst>
              <a:ext uri="{FF2B5EF4-FFF2-40B4-BE49-F238E27FC236}">
                <a16:creationId xmlns:a16="http://schemas.microsoft.com/office/drawing/2014/main" id="{6FD96A7E-43DD-4966-BB4B-EAF7DFB72D11}"/>
              </a:ext>
            </a:extLst>
          </p:cNvPr>
          <p:cNvSpPr>
            <a:spLocks noGrp="1"/>
          </p:cNvSpPr>
          <p:nvPr>
            <p:ph idx="1"/>
          </p:nvPr>
        </p:nvSpPr>
        <p:spPr>
          <a:xfrm>
            <a:off x="8239431" y="1913431"/>
            <a:ext cx="3646465" cy="4796824"/>
          </a:xfrm>
        </p:spPr>
        <p:txBody>
          <a:bodyPr>
            <a:normAutofit fontScale="70000" lnSpcReduction="20000"/>
          </a:bodyPr>
          <a:lstStyle/>
          <a:p>
            <a:pPr marL="0" indent="0">
              <a:buNone/>
            </a:pPr>
            <a:r>
              <a:rPr lang="en-US" b="1" dirty="0">
                <a:solidFill>
                  <a:schemeClr val="accent1"/>
                </a:solidFill>
              </a:rPr>
              <a:t>Open the syntax file</a:t>
            </a:r>
          </a:p>
          <a:p>
            <a:r>
              <a:rPr lang="en-US" dirty="0"/>
              <a:t>This file includes information about the types of analyses that you can run with this data. </a:t>
            </a:r>
          </a:p>
          <a:p>
            <a:r>
              <a:rPr lang="en-US" dirty="0"/>
              <a:t>Inspect the instructions (words in grey) and make sure you understand the basic concept of the statistics first. </a:t>
            </a:r>
          </a:p>
          <a:p>
            <a:r>
              <a:rPr lang="en-US" dirty="0"/>
              <a:t>Then inspect the code (blue)</a:t>
            </a:r>
          </a:p>
          <a:p>
            <a:pPr marL="0" indent="0">
              <a:buNone/>
            </a:pPr>
            <a:r>
              <a:rPr lang="en-US" b="1" dirty="0">
                <a:solidFill>
                  <a:schemeClr val="accent1"/>
                </a:solidFill>
              </a:rPr>
              <a:t>Run the code</a:t>
            </a:r>
            <a:r>
              <a:rPr lang="en-US" b="1" dirty="0"/>
              <a:t> </a:t>
            </a:r>
          </a:p>
          <a:p>
            <a:r>
              <a:rPr lang="en-US" dirty="0"/>
              <a:t>In the dropdown menu called “Active DataSet”, make sure the correct file is displayed. </a:t>
            </a:r>
          </a:p>
          <a:p>
            <a:r>
              <a:rPr lang="en-US" dirty="0"/>
              <a:t>Then, you can select portions of the code and press Run (the green triangle)</a:t>
            </a:r>
          </a:p>
        </p:txBody>
      </p:sp>
    </p:spTree>
    <p:extLst>
      <p:ext uri="{BB962C8B-B14F-4D97-AF65-F5344CB8AC3E}">
        <p14:creationId xmlns:p14="http://schemas.microsoft.com/office/powerpoint/2010/main" val="238918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8C0AE-3882-092B-0704-4BBDBDE214CE}"/>
              </a:ext>
            </a:extLst>
          </p:cNvPr>
          <p:cNvSpPr>
            <a:spLocks noGrp="1"/>
          </p:cNvSpPr>
          <p:nvPr>
            <p:ph type="title"/>
          </p:nvPr>
        </p:nvSpPr>
        <p:spPr/>
        <p:txBody>
          <a:bodyPr/>
          <a:lstStyle/>
          <a:p>
            <a:r>
              <a:rPr lang="en-US" u="sng" dirty="0"/>
              <a:t>Notes</a:t>
            </a:r>
          </a:p>
        </p:txBody>
      </p:sp>
      <p:sp>
        <p:nvSpPr>
          <p:cNvPr id="3" name="Content Placeholder 2">
            <a:extLst>
              <a:ext uri="{FF2B5EF4-FFF2-40B4-BE49-F238E27FC236}">
                <a16:creationId xmlns:a16="http://schemas.microsoft.com/office/drawing/2014/main" id="{DCD9F8CF-648F-5DA0-7AF7-FD76E29386FA}"/>
              </a:ext>
            </a:extLst>
          </p:cNvPr>
          <p:cNvSpPr>
            <a:spLocks noGrp="1"/>
          </p:cNvSpPr>
          <p:nvPr>
            <p:ph idx="1"/>
          </p:nvPr>
        </p:nvSpPr>
        <p:spPr>
          <a:xfrm>
            <a:off x="838200" y="1825625"/>
            <a:ext cx="10515600" cy="4667250"/>
          </a:xfrm>
        </p:spPr>
        <p:txBody>
          <a:bodyPr>
            <a:normAutofit fontScale="77500" lnSpcReduction="20000"/>
          </a:bodyPr>
          <a:lstStyle/>
          <a:p>
            <a:r>
              <a:rPr lang="en-US" dirty="0"/>
              <a:t>If you’ve used SPSS before, you’ll know that these analyses are easily run without a code or syntax file. </a:t>
            </a:r>
          </a:p>
          <a:p>
            <a:r>
              <a:rPr lang="en-US" dirty="0"/>
              <a:t>However, with large datasets, you often need to run the same tests many times, so being able to just press a “Play” button makes it easier. </a:t>
            </a:r>
          </a:p>
          <a:p>
            <a:r>
              <a:rPr lang="en-US" dirty="0"/>
              <a:t>For example, the dataset provided to you is a small fraction of the total data. The full dataset took 2 years to collect, with several rats implanted, all of whom performed the task for a minimum of 12 daily sessions. We often ran the analysis after every couple of sessions to assess how many new neurons we had captured. </a:t>
            </a:r>
          </a:p>
          <a:p>
            <a:r>
              <a:rPr lang="en-US" dirty="0"/>
              <a:t>The complete raw dataset, before “cleaning it up” (i.e., applying exclusion criteria) included 532 neurons. </a:t>
            </a:r>
          </a:p>
          <a:p>
            <a:r>
              <a:rPr lang="en-US" dirty="0"/>
              <a:t>The published article on this data can be found here: </a:t>
            </a:r>
            <a:r>
              <a:rPr lang="en-US" dirty="0">
                <a:hlinkClick r:id="rId2"/>
              </a:rPr>
              <a:t>https://</a:t>
            </a:r>
            <a:r>
              <a:rPr lang="en-US" dirty="0" err="1">
                <a:hlinkClick r:id="rId2"/>
              </a:rPr>
              <a:t>www.biorxiv.org</a:t>
            </a:r>
            <a:r>
              <a:rPr lang="en-US" dirty="0">
                <a:hlinkClick r:id="rId2"/>
              </a:rPr>
              <a:t>/content/10.1101/2022.06.23.497405v2</a:t>
            </a:r>
            <a:r>
              <a:rPr lang="en-US" dirty="0"/>
              <a:t> </a:t>
            </a:r>
          </a:p>
          <a:p>
            <a:r>
              <a:rPr lang="en-US" dirty="0"/>
              <a:t>Refer to Figure 3A-B for examples of how you would graph the data using a histogram. You’ll see that time is on the x axis, with “0” indicating the moment at which the floor changed. On the y axis, you’ll see the firing rate (or spikes per second). Neurons 167 (Fig3A) and 155 (Fig3B) are included in your dataset. </a:t>
            </a:r>
          </a:p>
          <a:p>
            <a:endParaRPr lang="en-US" dirty="0"/>
          </a:p>
        </p:txBody>
      </p:sp>
    </p:spTree>
    <p:extLst>
      <p:ext uri="{BB962C8B-B14F-4D97-AF65-F5344CB8AC3E}">
        <p14:creationId xmlns:p14="http://schemas.microsoft.com/office/powerpoint/2010/main" val="2240457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591</Words>
  <Application>Microsoft Office PowerPoint</Application>
  <PresentationFormat>Widescreen</PresentationFormat>
  <Paragraphs>23</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Neuron Spiking  Analysis in SPSS</vt:lpstr>
      <vt:lpstr>Experimental Setup</vt:lpstr>
      <vt:lpstr>Experimental Setup</vt:lpstr>
      <vt:lpstr>Dataset</vt:lpstr>
      <vt:lpstr>Running the Analyses</vt:lpstr>
      <vt:lpstr>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Neuron Spiking  Experiment</dc:title>
  <dc:creator>Heimer-McGinn, Victoria</dc:creator>
  <cp:lastModifiedBy>Heimer-McGinn, Victoria</cp:lastModifiedBy>
  <cp:revision>20</cp:revision>
  <dcterms:created xsi:type="dcterms:W3CDTF">2025-04-09T22:31:59Z</dcterms:created>
  <dcterms:modified xsi:type="dcterms:W3CDTF">2025-04-11T16:09:37Z</dcterms:modified>
</cp:coreProperties>
</file>